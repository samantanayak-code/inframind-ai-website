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286000"/>
            <a:ext cx="1219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InfraMind AI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0" y="3200400"/>
            <a:ext cx="1219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Capability Statement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3840480"/>
            <a:ext cx="1219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A60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AI-Enabled EPC Operational Intelligence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0" y="4572000"/>
            <a:ext cx="1219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A60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InfraMind AI </a:t>
            </a:r>
            <a:pPr indent="0" marL="0">
              <a:buNone/>
            </a:pPr>
            <a:r>
              <a:rPr lang="en-US" sz="12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delivers practitioner-built AI operational intelligence systems for EPC megaprojects. Founded by </a:t>
            </a:r>
            <a:pPr indent="0" marL="0">
              <a:buNone/>
            </a:pPr>
            <a:r>
              <a:rPr lang="en-US" sz="1200" b="1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Samanta Nayak</a:t>
            </a:r>
            <a:pPr indent="0" marL="0">
              <a:buNone/>
            </a:pPr>
            <a:r>
              <a:rPr lang="en-US" sz="12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20+ year EPC infrastructure veteran and ICC Arbitration Fact Witness — InfraMind AI encodes real-world contract administration expertise into deployed AI-augmented systems.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1031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Mission: Eliminate the information lag that transforms manageable risks into costly disputes on infrastructure megaprojects.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60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Rarest Combination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609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Capability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609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Experience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20+ years EPC infrastructure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Domain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FIDIC contract administration, claims &amp; dispute resolution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Technical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engineering, full-stack development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Credibility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ICC Arbitration Fact Witness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Deployment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 on MAHSR T-3 (INR 3,142 Crore FIDIC Yellow Book)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Intelligence Products</a:t>
            </a:r>
            <a:endParaRPr lang="en-US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1371600"/>
                <a:gridCol w="22860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609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Category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609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609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 Metric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609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MAHSR T-3 Digital Twin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Operational Intelligence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75% MIS effort reduction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NCR Tracker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Quality Intelligence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40%+ faster closure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Contract Forensics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Contract Intelligence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Demonstrable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Weeks → Hours review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OCR Intelligence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 Intelligence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Demonstrable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98%+ accuracy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MAHSR T-3 Deployment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60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Mumbai-Ahmedabad High-Speed Rail — T-3 Track Package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609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609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Contract Value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INR 3,142 Crore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Contract Form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FIDIC Yellow Book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Scope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115.877 km (Vadodara to Sabarmati)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Oversight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JICA / JICC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Employer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NHSRCL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Contractor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Larsen &amp; Toubro Limited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EPC Intelligence Consulting</a:t>
            </a:r>
            <a:endParaRPr lang="en-US" sz="2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200400"/>
                <a:gridCol w="18288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609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 Client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609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Duration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609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Strategy Consulting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EPC contractors seeking AI adoption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60-90 min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Digital Twin Architecture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EPC contractors on linear infrastructure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Contract Intelligence Design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Legal counsel and contracts managers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 min (NDA)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Expert Advisory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Legal counsel and expert witnesses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30-60 min (NDA)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Planning &amp; Scheduling Advisory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EPC contractors and project controls teams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 min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Delay Analysis &amp; EOT Support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Contract managers, legal counsel, project directors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 min (NDA)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 Details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Samanta Nayak
</a:t>
            </a:r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 — Contracts &amp; Claims | Infrastructure AI Architect
</a:t>
            </a:r>
            <a:pPr indent="0" marL="0">
              <a:buNone/>
            </a:pPr>
            <a:r>
              <a:rPr lang="en-US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Website: https://inframindepc.com
</a:t>
            </a:r>
            <a:pPr indent="0" marL="0">
              <a:buNone/>
            </a:pPr>
            <a:r>
              <a:rPr lang="en-US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Contact: https://inframindepc.com/contact
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InfraMind EPC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InfraMind EPC - Executive Capability Statement</dc:title>
  <dc:subject>Executive Capability Statement</dc:subject>
  <dc:creator>InfraMind EPC</dc:creator>
  <cp:lastModifiedBy>InfraMind EPC</cp:lastModifiedBy>
  <cp:revision>1</cp:revision>
  <dcterms:created xsi:type="dcterms:W3CDTF">2026-06-10T10:42:52Z</dcterms:created>
  <dcterms:modified xsi:type="dcterms:W3CDTF">2026-06-10T10:42:52Z</dcterms:modified>
</cp:coreProperties>
</file>