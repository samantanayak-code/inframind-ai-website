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InfraMind AI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Capability Statement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38404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6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EPC Operational Intelligence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6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InfraMind AI 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 practitioner-built AI operational intelligence systems for EPC megaprojects. Founded by </a:t>
            </a:r>
            <a:pPr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Samanta Nayak</a:t>
            </a:r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20+ year EPC infrastructure veteran and ICC Arbitration Fact Witness — InfraMind AI encodes real-world contract administration expertise into deployed AI-augmented systems.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Eliminate the information lag that transforms manageable risks into costly disputes on infrastructure megaprojects.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Rarest Combination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Experience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20+ years EPC infrastructure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FIDIC contract administration, claims &amp; dispute resolution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engineering, full-stack development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ICC Arbitration Fact Witness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on MAHSR T-3 (INR 3,142 Crore FIDIC Yellow Book)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Intelligence Products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1371600"/>
                <a:gridCol w="2286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MAHSR T-3 Digital Twin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Intelligence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 MIS effort reduction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NCR Tracker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Intelligence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40%+ faster closure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Forensics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Intelligence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Demonstrable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Weeks → Hours review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OCR Intelligence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Intelligence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Demonstrable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98%+ 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MAHSR T-3 Deployment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Mumbai-Ahmedabad High-Speed Rail — T-3 Track Package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INR 3,142 Crore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Form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FIDIC Yellow Book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115.877 km (Vadodara to Sabarmati)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Oversight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JICA / JICC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NHSRCL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Larsen &amp; Toubro Limited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Intelligence Consulting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Client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609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Strategy Consulting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EPC contractors seeking AI adoption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60-90 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Twin Architecture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EPC contractors on linear infrastructure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Intelligence 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 counsel and contracts managers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min (NDA)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 Advisory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 counsel and expert witnesses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30-60 min (NDA)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&amp; Scheduling Advisory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EPC contractors and project controls teams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Delay Analysis &amp; EOT Support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managers, legal counsel, project directors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min (NDA)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Details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Samanta Nayak
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— Contracts &amp; Claims | Infrastructure AI Architect
</a:t>
            </a:r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Website: https://inframind-ai-website.vercel.app
</a:t>
            </a:r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Page: https://inframind-ai-website.vercel.app/contact
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InfraMind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InfraMind AI - Executive Capability Statement</dc:title>
  <dc:subject>Executive Capability Statement</dc:subject>
  <dc:creator>InfraMind AI</dc:creator>
  <cp:lastModifiedBy>InfraMind AI</cp:lastModifiedBy>
  <cp:revision>1</cp:revision>
  <dcterms:created xsi:type="dcterms:W3CDTF">2026-06-08T08:23:45Z</dcterms:created>
  <dcterms:modified xsi:type="dcterms:W3CDTF">2026-06-08T08:23:45Z</dcterms:modified>
</cp:coreProperties>
</file>