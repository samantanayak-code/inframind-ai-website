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Capability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EPC Operational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62179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practitioner-built AI operational intelligence systems for EPC megaprojects. Founded by </a:t>
            </a:r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Samanta Nayak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20+ year EPC infrastructure veteran and ICC Arbitration Fact Witness — InfraMind AI encodes real-world contract administration expertise into deployed AI-augmented systems.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Eliminate the information lag that transforms manageable risks into costly disputes on infrastructure megaprojects.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Rarest Combination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 years EPC 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FIDIC contract administration, claims &amp; dispute resolution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engineering, full-stack development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ICC Arbitration Fact Witness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on MAHSR T-3 (INR 3,142 Crore FIDIC Yellow Book)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explore how operational intelligence can reduce contractual exposure on your project?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consultation: https://inframind-ai-website.vercel.app/contact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 Products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3716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MAHSR T-3 Digital Twin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 MIS effort reduction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NCR Tracker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40%+ faster closure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Forensics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Demonstrable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→ Hours review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Demonstrable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98%+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Four-Layer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Four-Layer Architecture Diagram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Evidence — Structured documentation aligned with contractual and evidentiary requirements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Decision — AI-powered contract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Intelligence — Operational intelligence &amp; analytics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Data Capture — Document digitization &amp; OCR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MAHSR T-3 Deployment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Mumbai-Ahmedabad High-Speed Rail — T-3 Track Package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INR 3,142 Crore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FIDIC Yellow Book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115.877 km (Vadodara to Sabarmati)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Oversight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JICA / JICC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NHSRCL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Larsen &amp; Toubro 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JICA (Funding Agency) → NHSRCL (Employer) → JICC (Engineer / PMC) → L&amp;T Limited (Contractor)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Project Experience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MAHSR T-3 Track 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Manager — Contracts &amp; Claims, L&amp;T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FIDIC Yellow Book contract administration for 115.877 km of high-speed rail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ICC Arbitration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 Witness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Dispute resolution and expert testimony in international arbitration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Product Deployment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Founder, InfraMind 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deployment of Digital Twin and NCR Tracker on live EPC megaprojects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Intelligence Consulting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Client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Strategy Consulting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contractors seeking AI adoption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60-90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Twin Architecture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contractors on linear 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Intelligence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counsel and contracts managers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min (NDA)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 Advisory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counsel and expert witnesses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30-60 min (NDA)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Planning, Scheduling &amp; Programme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contractors and project controls teams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Delay Analysis, EOT &amp; Claims Support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managers, legal counsel, project directors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min (NDA)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20+ Years EPC Infrastructure Experience
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Manager — Contracts &amp; Claims, Larsen &amp; Toubro Limited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ICC Arbitration Fact Witness
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Dispute resolution and expert testimony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Generalist Certification
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Outskill — Applied AI for business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AIG Community Champion 2025
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community leadership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Stakeholders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Proposition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Contractors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intelligence, reduced contractual exposure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project visibility, automated quality tracking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Owners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records, dispute prevention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Authorities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dashboards, audit-ready documentation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Rail Projects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Chainage-referenced corridor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Arbitration Support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Prepared in a manner suitable for supporting dispute avoidance and resolution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Capability Matrix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Language Models (LLM)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clause extraction, report generation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with AI Enhancement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digitization, handwritten recognition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 Automation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FIDIC notice monitoring, NCR escalation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 Detection 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Systemic quality analysis, claim patterns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Engineering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Domain-calibrated FIDIC/EPC workflows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 make operational intelligence the default state of EPC megaproject administration — eliminating the information lag that transforms manageable risks into costly disputes."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EPC Operational Intelligence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Samanta Nayak
</a:t>
            </a:r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— Contracts &amp; Claims | Infrastructure AI Architect
</a:t>
            </a:r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 https://inframind-ai-website.vercel.app
</a:t>
            </a:r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https://inframind-ai-website.vercel.app/contact
</a:t>
            </a:r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https://linkedin.com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54864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Digitise. Analyse. Decide.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discuss how operational intelligence can reduce contractual exposure on your project?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consultation: https://inframind-ai-website.vercel.app/contact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Intended Recipient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InfraMind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InfraMind AI - Executive Capability Statement</dc:title>
  <dc:subject>Executive Capability Statement</dc:subject>
  <dc:creator>InfraMind AI</dc:creator>
  <cp:lastModifiedBy>InfraMind AI</cp:lastModifiedBy>
  <cp:revision>1</cp:revision>
  <dcterms:created xsi:type="dcterms:W3CDTF">2026-06-08T07:59:20Z</dcterms:created>
  <dcterms:modified xsi:type="dcterms:W3CDTF">2026-06-08T07:59:20Z</dcterms:modified>
</cp:coreProperties>
</file>